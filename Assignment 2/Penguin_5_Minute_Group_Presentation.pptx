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opens: We used a real penguin dataset and built a model to predict species from measurements. Keep this slide to about 35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explain the aim and dataset. Do not overcomplicate. Use the workflow at the bottom to transition into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describe the machine-learning workflow. Mention that each code cell is documented so the team can understand and present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gives the number. Speaker 3 explains confusion matrix and feature importance in simple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this is the most important slide for critical thinking. Explain at least two risks and one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speak once. Person 3 closes with the final message and thanks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</a:rPr>
              <a:t>Penguin Species Prediction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beginner-friendly tabular ML project using the Kaggle Palmer Penguins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Predict / Tabular ML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14600" y="18745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D4ED8">
              <a:alpha val="92000"/>
            </a:srgbClr>
          </a:solidFill>
          <a:ln w="12700">
            <a:solidFill>
              <a:srgbClr val="1D4ED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95681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Classification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31920" y="18745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7706">
              <a:alpha val="92000"/>
            </a:srgbClr>
          </a:solidFill>
          <a:ln w="12700">
            <a:solidFill>
              <a:srgbClr val="D97706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95681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3-person team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732520" y="1097280"/>
            <a:ext cx="2468880" cy="3108960"/>
          </a:xfrm>
          <a:prstGeom prst="arc">
            <a:avLst/>
          </a:prstGeom>
          <a:noFill/>
          <a:ln w="3810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98280" y="1417320"/>
            <a:ext cx="1737360" cy="24231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1783080"/>
            <a:ext cx="1143000" cy="1691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9692640" y="2103120"/>
            <a:ext cx="411480" cy="274320"/>
          </a:xfrm>
          <a:prstGeom prst="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4983480"/>
            <a:ext cx="4297680" cy="0"/>
          </a:xfrm>
          <a:prstGeom prst="line">
            <a:avLst/>
          </a:prstGeom>
          <a:noFill/>
          <a:ln w="19050">
            <a:solidFill>
              <a:srgbClr val="D6D3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5-minute presentation 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1. Problem  →  2. Build  →  3. Result  →  4. Limitation  →  5.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Group roles: Explorer, Builder, Communicator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1/6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1) The problem and why it matters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Predict the species of a penguin from physical measurements.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3200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297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Speaker: Explorer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6362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9202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Can a machine-learning model learn the pattern between penguin measurements and species labels?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56362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19202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This is a small example of a common real-world workflow: use labelled data to classify new examples in science, health, finance, or ecology.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6362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1920240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Palmer Penguins from Kaggle: 3 species, island, sex, bill length/depth, flipper length, and body mass.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80160" y="4114800"/>
            <a:ext cx="2194560" cy="731520"/>
          </a:xfrm>
          <a:prstGeom prst="chevron">
            <a:avLst/>
          </a:prstGeom>
          <a:solidFill>
            <a:srgbClr val="D1FAE5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4114800"/>
            <a:ext cx="2194560" cy="73152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4114800"/>
            <a:ext cx="2194560" cy="73152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4114800"/>
            <a:ext cx="2194560" cy="73152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measurements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4370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cleaning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4370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21240" y="4370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species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4864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Success = a notebook that runs, a result we can explain, and a limitation we can honestly discuss.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2/6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2) The build: from raw table to trained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notebook documents every code step with a plain-English explanation.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3200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297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Speaker: Builder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7218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1. 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82880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Download the public Kaggle dataset with kagglehub and select the simplified penguins_size.csv 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88950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2. Clean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24612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Rename columns, replace unusual missing markers, and drop incomplete rows for a simple first model.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47218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3. Split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82880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stratified train/test split so all species appear fairly in training and testing.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27432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88950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4. Train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81728" y="324612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Compare Random Forest with Logistic Regression as the stretch improvement.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75320" y="20116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2157984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5. Explain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6488" y="251460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confusion matrix and permutation importance to show what worked and what features mattered.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4251960"/>
            <a:ext cx="7589520" cy="0"/>
          </a:xfrm>
          <a:prstGeom prst="line">
            <a:avLst/>
          </a:prstGeom>
          <a:noFill/>
          <a:ln w="38100">
            <a:solidFill>
              <a:srgbClr val="D6D3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11680" y="46177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470001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beginner-friendly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46177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D4ED8">
              <a:alpha val="92000"/>
            </a:srgbClr>
          </a:solidFill>
          <a:ln w="12700">
            <a:solidFill>
              <a:srgbClr val="1D4ED8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470001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reproducible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94960" y="46177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D97706">
              <a:alpha val="92000"/>
            </a:srgbClr>
          </a:solidFill>
          <a:ln w="12700">
            <a:solidFill>
              <a:srgbClr val="D97706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70001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explainable result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46177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B91C1C">
              <a:alpha val="92000"/>
            </a:srgbClr>
          </a:solidFill>
          <a:ln w="12700">
            <a:solidFill>
              <a:srgbClr val="B91C1C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70001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team presentation-ready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3/6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3) The result: one number + one chart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After running the notebook, present the best model and the clearest evidence.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3200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297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Speaker: Builder + Communicator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636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Main number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9202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Report the test accuracy of the best model from the notebook. Example wording: “Our best model correctly classified most held-out penguins.”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3924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Main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37490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the confusion matrix to show where the model predicted correctly and where it confused species.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641848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Adelie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391656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Chinstrap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7141464" y="15544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Gentoo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4160520" y="210312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Adelie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160520" y="26060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Chinstrap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160520" y="31089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Gentoo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892040" y="1965960"/>
            <a:ext cx="749808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3055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41848" y="196596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1848" y="213055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91656" y="196596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213055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46888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6334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41848" y="2468880"/>
            <a:ext cx="749808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26334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91656" y="246888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263347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297180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3639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41848" y="2971800"/>
            <a:ext cx="749808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313639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91656" y="2971800"/>
            <a:ext cx="749808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13639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Feature importance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18120" y="213055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bill_length_mm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81160" y="2057400"/>
            <a:ext cx="2468880" cy="2286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263347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flipper_length_mm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281160" y="2560320"/>
            <a:ext cx="1965960" cy="2286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313639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bill_depth_mm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281160" y="3063240"/>
            <a:ext cx="1463040" cy="2286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363931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body_mass_g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281160" y="3566160"/>
            <a:ext cx="960120" cy="2286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414223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island/sex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81160" y="4069080"/>
            <a:ext cx="502920" cy="2286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525780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Replace numbers with your notebook output after running Colab.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4/6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4) Where it breaks: honest limitations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limitation slide is valuable because it shows responsible ML thinking.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3200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297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Speaker: Communicator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636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Small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Only a few hundred penguins. A model may look strong but still be fragile outside this dataset.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15636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Missing or noisy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8736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Unknown sex, missing measurements, or measurement errors can reduce prediction reliability.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2048" y="15636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Limited setting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42048" y="192024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Data comes from Palmer Archipelago; it may not represent every penguin population or future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35661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371246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Model misuse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87168" y="406908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model should support learning and exploration, not replace ecological expertise or field validation.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5661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71246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Next improvement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406908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Try cross-validation, more data, and clearer handling of missing values instead of only dropping rows.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3000" y="58521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Key sentence: “A good model is not only accurate; it must be reliable, explainable, and used in the right context.”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5/6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5) What we learned and who says what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simple closing slide for 3 people.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6D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3200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42976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Speaker: All members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63624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Person 1 — Explorer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9202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“I chose and understood the dataset. I learned how to turn a real-world question into a supervised ML task. I was surprised that simple measurements can separate species well.”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563624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Person 2 — Builder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19202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“I built and ran the notebook. I learned how cleaning, splitting, training, and evaluation connect. I was surprised that feature importance makes the model easier to explain.”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563624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Person 3 — Communicator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02168" y="19202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“I prepared the write-up and slides. I learned that limitations are as important as accuracy. I was surprised that responsible ML needs clear explanations, not only code.”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4160520"/>
            <a:ext cx="9326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3708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Closing message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4343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We built a complete beginner ML workflow: dataset → cleaning → model comparison → result → limitation.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9284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6/6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Penguin Species Prediction</dc:title>
  <dc:subject>Penguin species prediction group presentation</dc:subject>
  <dc:creator>OpenAI</dc:creator>
  <cp:lastModifiedBy>OpenAI</cp:lastModifiedBy>
  <cp:revision>1</cp:revision>
  <dcterms:created xsi:type="dcterms:W3CDTF">2026-07-18T20:03:18Z</dcterms:created>
  <dcterms:modified xsi:type="dcterms:W3CDTF">2026-07-18T20:03:18Z</dcterms:modified>
</cp:coreProperties>
</file>